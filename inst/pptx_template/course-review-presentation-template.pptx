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87" r:id="rId1"/>
  </p:sldMasterIdLst>
  <p:notesMasterIdLst>
    <p:notesMasterId r:id="rId3"/>
  </p:notesMasterIdLst>
  <p:sldIdLst>
    <p:sldId id="256" r:id="rId2"/>
  </p:sldIdLst>
  <p:sldSz cx="20104100" cy="11309350"/>
  <p:notesSz cx="20104100" cy="1130935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1440">
          <p15:clr>
            <a:srgbClr val="9AA0A6"/>
          </p15:clr>
        </p15:guide>
        <p15:guide id="2" pos="4531">
          <p15:clr>
            <a:srgbClr val="9AA0A6"/>
          </p15:clr>
        </p15:guide>
        <p15:guide id="3" pos="4787">
          <p15:clr>
            <a:srgbClr val="9AA0A6"/>
          </p15:clr>
        </p15:guide>
        <p15:guide id="4" pos="7874">
          <p15:clr>
            <a:srgbClr val="9AA0A6"/>
          </p15:clr>
        </p15:guide>
        <p15:guide id="5" pos="8145">
          <p15:clr>
            <a:srgbClr val="9AA0A6"/>
          </p15:clr>
        </p15:guide>
        <p15:guide id="6" pos="11232">
          <p15:clr>
            <a:srgbClr val="9AA0A6"/>
          </p15:clr>
        </p15:guide>
        <p15:guide id="7" orient="horz" pos="537">
          <p15:clr>
            <a:srgbClr val="9AA0A6"/>
          </p15:clr>
        </p15:guide>
        <p15:guide id="8" orient="horz" pos="1844">
          <p15:clr>
            <a:srgbClr val="9AA0A6"/>
          </p15:clr>
        </p15:guide>
        <p15:guide id="9" orient="horz" pos="5575">
          <p15:clr>
            <a:srgbClr val="9AA0A6"/>
          </p15:clr>
        </p15:guide>
        <p15:guide id="10" pos="6555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2E9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7014A0B-475B-4B9F-A1E9-10134EDE19F1}">
  <a:tblStyle styleId="{F7014A0B-475B-4B9F-A1E9-10134EDE19F1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732"/>
    <p:restoredTop sz="94741"/>
  </p:normalViewPr>
  <p:slideViewPr>
    <p:cSldViewPr snapToGrid="0">
      <p:cViewPr varScale="1">
        <p:scale>
          <a:sx n="40" d="100"/>
          <a:sy n="40" d="100"/>
        </p:scale>
        <p:origin x="264" y="952"/>
      </p:cViewPr>
      <p:guideLst>
        <p:guide pos="1440"/>
        <p:guide pos="4531"/>
        <p:guide pos="4787"/>
        <p:guide pos="7874"/>
        <p:guide pos="8145"/>
        <p:guide pos="11232"/>
        <p:guide orient="horz" pos="537"/>
        <p:guide orient="horz" pos="1844"/>
        <p:guide orient="horz" pos="5575"/>
        <p:guide pos="655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351350" y="848200"/>
            <a:ext cx="13403400" cy="4241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2010400" y="5371925"/>
            <a:ext cx="16083275" cy="50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jp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jp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01 - Title Page" type="obj" preserve="1">
  <p:cSld name="title_page">
    <p:spTree>
      <p:nvGrpSpPr>
        <p:cNvPr id="1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7;p2"/>
          <p:cNvSpPr/>
          <p:nvPr/>
        </p:nvSpPr>
        <p:spPr>
          <a:xfrm>
            <a:off x="6921" y="0"/>
            <a:ext cx="20097750" cy="11308715"/>
          </a:xfrm>
          <a:custGeom>
            <a:avLst/>
            <a:gdLst/>
            <a:ahLst/>
            <a:cxnLst/>
            <a:rect l="l" t="t" r="r" b="b"/>
            <a:pathLst>
              <a:path w="20097750" h="11308715" extrusionOk="0">
                <a:moveTo>
                  <a:pt x="0" y="11308556"/>
                </a:moveTo>
                <a:lnTo>
                  <a:pt x="20097178" y="11308556"/>
                </a:lnTo>
                <a:lnTo>
                  <a:pt x="20097178" y="0"/>
                </a:lnTo>
                <a:lnTo>
                  <a:pt x="0" y="0"/>
                </a:lnTo>
                <a:lnTo>
                  <a:pt x="0" y="11308556"/>
                </a:lnTo>
                <a:close/>
              </a:path>
            </a:pathLst>
          </a:custGeom>
          <a:solidFill>
            <a:srgbClr val="0C234B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pic>
        <p:nvPicPr>
          <p:cNvPr id="8" name="Google Shape;8;p2"/>
          <p:cNvPicPr preferRelativeResize="0"/>
          <p:nvPr/>
        </p:nvPicPr>
        <p:blipFill>
          <a:blip r:embed="rId2">
            <a:alphaModFix amt="7000"/>
          </a:blip>
          <a:stretch>
            <a:fillRect/>
          </a:stretch>
        </p:blipFill>
        <p:spPr>
          <a:xfrm>
            <a:off x="-7686167" y="-4339802"/>
            <a:ext cx="17128628" cy="17128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9;p2"/>
          <p:cNvPicPr preferRelativeResize="0"/>
          <p:nvPr/>
        </p:nvPicPr>
        <p:blipFill>
          <a:blip r:embed="rId3">
            <a:alphaModFix amt="7000"/>
          </a:blip>
          <a:stretch>
            <a:fillRect/>
          </a:stretch>
        </p:blipFill>
        <p:spPr>
          <a:xfrm>
            <a:off x="7021225" y="-5516200"/>
            <a:ext cx="18305048" cy="18305048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title"/>
          <p:cNvSpPr txBox="1">
            <a:spLocks noGrp="1"/>
          </p:cNvSpPr>
          <p:nvPr>
            <p:ph type="title"/>
          </p:nvPr>
        </p:nvSpPr>
        <p:spPr>
          <a:xfrm>
            <a:off x="3700475" y="2077975"/>
            <a:ext cx="13086900" cy="251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200">
                <a:solidFill>
                  <a:schemeClr val="lt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7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7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7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7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7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7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7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7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11" name="Google Shape;11;p2"/>
          <p:cNvSpPr/>
          <p:nvPr/>
        </p:nvSpPr>
        <p:spPr>
          <a:xfrm>
            <a:off x="3841119" y="5030690"/>
            <a:ext cx="942975" cy="0"/>
          </a:xfrm>
          <a:custGeom>
            <a:avLst/>
            <a:gdLst/>
            <a:ahLst/>
            <a:cxnLst/>
            <a:rect l="l" t="t" r="r" b="b"/>
            <a:pathLst>
              <a:path w="942975" h="120000" extrusionOk="0">
                <a:moveTo>
                  <a:pt x="0" y="0"/>
                </a:moveTo>
                <a:lnTo>
                  <a:pt x="942379" y="0"/>
                </a:lnTo>
              </a:path>
            </a:pathLst>
          </a:custGeom>
          <a:noFill/>
          <a:ln w="65950" cap="flat" cmpd="sng">
            <a:solidFill>
              <a:srgbClr val="BD203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pic>
        <p:nvPicPr>
          <p:cNvPr id="12" name="Google Shape;12;p2"/>
          <p:cNvPicPr preferRelativeResize="0"/>
          <p:nvPr userDrawn="1"/>
        </p:nvPicPr>
        <p:blipFill>
          <a:blip r:embed="rId4"/>
          <a:srcRect/>
          <a:stretch/>
        </p:blipFill>
        <p:spPr>
          <a:xfrm>
            <a:off x="14083287" y="9277085"/>
            <a:ext cx="4543174" cy="1137840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subtitle"/>
          <p:cNvSpPr txBox="1">
            <a:spLocks noGrp="1"/>
          </p:cNvSpPr>
          <p:nvPr>
            <p:ph type="subTitle" idx="1"/>
          </p:nvPr>
        </p:nvSpPr>
        <p:spPr>
          <a:xfrm>
            <a:off x="3680735" y="5530700"/>
            <a:ext cx="15078000" cy="66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6300" tIns="73150" rIns="146300" bIns="7315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9pPr>
          </a:lstStyle>
          <a:p>
            <a:endParaRPr dirty="0"/>
          </a:p>
        </p:txBody>
      </p:sp>
      <p:pic>
        <p:nvPicPr>
          <p:cNvPr id="2" name="Google Shape;12;p2">
            <a:extLst>
              <a:ext uri="{FF2B5EF4-FFF2-40B4-BE49-F238E27FC236}">
                <a16:creationId xmlns:a16="http://schemas.microsoft.com/office/drawing/2014/main" id="{95407043-7306-477B-F225-6DDD5645163E}"/>
              </a:ext>
            </a:extLst>
          </p:cNvPr>
          <p:cNvPicPr preferRelativeResize="0"/>
          <p:nvPr userDrawn="1"/>
        </p:nvPicPr>
        <p:blipFill>
          <a:blip r:embed="rId5"/>
          <a:srcRect/>
          <a:stretch/>
        </p:blipFill>
        <p:spPr>
          <a:xfrm>
            <a:off x="2588166" y="9277085"/>
            <a:ext cx="1366523" cy="113784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485437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562">
          <p15:clr>
            <a:srgbClr val="FA7B17"/>
          </p15:clr>
        </p15:guide>
        <p15:guide id="2" pos="6332">
          <p15:clr>
            <a:srgbClr val="FA7B17"/>
          </p15:clr>
        </p15:guide>
        <p15:guide id="3" pos="2416">
          <p15:clr>
            <a:srgbClr val="FA7B17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03 - Section Title - No Subtitle" preserve="1" userDrawn="1">
  <p:cSld name="title_picture">
    <p:bg>
      <p:bgPr>
        <a:solidFill>
          <a:srgbClr val="E2E9EB"/>
        </a:solidFill>
        <a:effectLst/>
      </p:bgPr>
    </p:bg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Google Shape;22;p4"/>
          <p:cNvPicPr preferRelativeResize="0"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3951247" y="9526107"/>
            <a:ext cx="4770702" cy="73395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5EF57063-0FB6-1931-47E7-ABFABA08F589}"/>
              </a:ext>
            </a:extLst>
          </p:cNvPr>
          <p:cNvGrpSpPr/>
          <p:nvPr userDrawn="1"/>
        </p:nvGrpSpPr>
        <p:grpSpPr>
          <a:xfrm>
            <a:off x="0" y="0"/>
            <a:ext cx="696900" cy="11309500"/>
            <a:chOff x="0" y="0"/>
            <a:chExt cx="696900" cy="11309500"/>
          </a:xfrm>
        </p:grpSpPr>
        <p:sp>
          <p:nvSpPr>
            <p:cNvPr id="23" name="Google Shape;23;p4"/>
            <p:cNvSpPr/>
            <p:nvPr/>
          </p:nvSpPr>
          <p:spPr>
            <a:xfrm>
              <a:off x="0" y="100"/>
              <a:ext cx="696900" cy="113094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4"/>
            <p:cNvSpPr/>
            <p:nvPr/>
          </p:nvSpPr>
          <p:spPr>
            <a:xfrm>
              <a:off x="490450" y="0"/>
              <a:ext cx="76500" cy="11309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picture_title">
            <a:extLst>
              <a:ext uri="{FF2B5EF4-FFF2-40B4-BE49-F238E27FC236}">
                <a16:creationId xmlns:a16="http://schemas.microsoft.com/office/drawing/2014/main" id="{714AB3BC-F7AC-EA1A-3365-F4A3F6ADCD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0216" y="365125"/>
            <a:ext cx="16301734" cy="1560952"/>
          </a:xfrm>
          <a:prstGeom prst="rect">
            <a:avLst/>
          </a:prstGeom>
        </p:spPr>
        <p:txBody>
          <a:bodyPr/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4" name="Google Shape;12;p2">
            <a:extLst>
              <a:ext uri="{FF2B5EF4-FFF2-40B4-BE49-F238E27FC236}">
                <a16:creationId xmlns:a16="http://schemas.microsoft.com/office/drawing/2014/main" id="{A5A899EA-8A4B-CD6D-ABBC-508A9DC76E42}"/>
              </a:ext>
            </a:extLst>
          </p:cNvPr>
          <p:cNvPicPr preferRelativeResize="0"/>
          <p:nvPr userDrawn="1"/>
        </p:nvPicPr>
        <p:blipFill>
          <a:blip r:embed="rId4"/>
          <a:srcRect/>
          <a:stretch/>
        </p:blipFill>
        <p:spPr>
          <a:xfrm>
            <a:off x="2420215" y="9526107"/>
            <a:ext cx="1366523" cy="113784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picture">
            <a:extLst>
              <a:ext uri="{FF2B5EF4-FFF2-40B4-BE49-F238E27FC236}">
                <a16:creationId xmlns:a16="http://schemas.microsoft.com/office/drawing/2014/main" id="{DFF17667-E7A8-CE2C-EA4D-8E5D58431FF4}"/>
              </a:ext>
            </a:extLst>
          </p:cNvPr>
          <p:cNvSpPr>
            <a:spLocks noGrp="1" noChangeAspect="1"/>
          </p:cNvSpPr>
          <p:nvPr>
            <p:ph type="pic" sz="quarter" idx="10"/>
          </p:nvPr>
        </p:nvSpPr>
        <p:spPr>
          <a:xfrm>
            <a:off x="3103475" y="2037388"/>
            <a:ext cx="14630400" cy="7315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26684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8FF3294-DAE3-59EA-DD6F-E4122E2A29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2713" y="601663"/>
            <a:ext cx="17338675" cy="218598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99ED38-AA43-E1F5-01A9-B59203CDBD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82713" y="3009900"/>
            <a:ext cx="17338675" cy="71770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1BE33-76AD-FC2D-F099-3AFE034326A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82713" y="10482263"/>
            <a:ext cx="4522787" cy="6016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34E5E6-5A09-5D40-A100-9D29690AA3F3}" type="datetimeFigureOut">
              <a:rPr lang="en-US" smtClean="0"/>
              <a:t>11/15/23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E37F33-8D93-9B80-3B3A-310287B2B9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59563" y="10482263"/>
            <a:ext cx="6784975" cy="6016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A79938-E7AF-BCC8-63B9-1651EDA17D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198600" y="10482263"/>
            <a:ext cx="4522788" cy="6016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B91FFF-A587-7F48-84A9-3256AD9ABD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25096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  <p:sldLayoutId id="2147483703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6F1D8F-DF73-CCE0-4FDD-769FE60FBE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6607D3-0B22-2602-C487-3A0903E062B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8739150"/>
      </p:ext>
    </p:extLst>
  </p:cSld>
  <p:clrMapOvr>
    <a:masterClrMapping/>
  </p:clrMapOvr>
</p:sld>
</file>

<file path=ppt/theme/theme1.xml><?xml version="1.0" encoding="utf-8"?>
<a:theme xmlns:a="http://schemas.openxmlformats.org/drawingml/2006/main" name="course_portfolio_ua_provost_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419</TotalTime>
  <Words>0</Words>
  <Application>Microsoft Macintosh PowerPoint</Application>
  <PresentationFormat>Custom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course_portfolio_ua_provost_theme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Sample Presentation Title</dc:title>
  <cp:lastModifiedBy>Sinari, Shripad Anant - (shripad)</cp:lastModifiedBy>
  <cp:revision>74</cp:revision>
  <dcterms:modified xsi:type="dcterms:W3CDTF">2023-11-15T22:34:22Z</dcterms:modified>
</cp:coreProperties>
</file>